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</p:sldIdLst>
  <p:sldSz cx="9144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SCADA AI Agent – Technical Overview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Natural Language SCADA Analysis with MongoDB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System Overview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SCADA AI Agent enables intelligent SCADA data analysis using natural language.</a:t>
            </a:r>
          </a:p>
          <a:p/>
          <a:p>
            <a:pPr lvl="1"/>
            <a:r>
              <a:t>• REST integration with MongoDB</a:t>
            </a:r>
            <a:br/>
            <a:r>
              <a:t>• Natural date intelligence (Diwali, last Sunday)</a:t>
            </a:r>
            <a:br/>
            <a:r>
              <a:t>• Analytical tools (summary, compare, anomalies)</a:t>
            </a:r>
            <a:br/>
            <a:r>
              <a:t>• Modular, scalable architecture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Architecture Flow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User → Agent → Date Parsing → Tool Selection → MongoDB → Response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Core Analytics Tools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Available Tools:</a:t>
            </a:r>
          </a:p>
          <a:p>
            <a:pPr lvl="1"/>
            <a:r>
              <a:t>• fetch_scada_summary</a:t>
            </a:r>
          </a:p>
          <a:p>
            <a:pPr lvl="1"/>
            <a:r>
              <a:t>• detect_scada_anomalies</a:t>
            </a:r>
          </a:p>
          <a:p>
            <a:pPr lvl="1"/>
            <a:r>
              <a:t>• compare_scada_dates</a:t>
            </a:r>
          </a:p>
          <a:p>
            <a:pPr lvl="1"/>
            <a:r>
              <a:t>• region_demand_profile</a:t>
            </a:r>
          </a:p>
          <a:p>
            <a:pPr lvl="1"/>
            <a:r>
              <a:t>• parse_enhanced_natural_date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Natural Language Date Handling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Supported Date Types:</a:t>
            </a:r>
          </a:p>
          <a:p>
            <a:pPr lvl="1"/>
            <a:r>
              <a:t>• Single dates (20251114, Children’s Day)</a:t>
            </a:r>
          </a:p>
          <a:p>
            <a:pPr lvl="1"/>
            <a:r>
              <a:t>• Relative dates (last Sunday, day before that day)</a:t>
            </a:r>
          </a:p>
          <a:p>
            <a:pPr lvl="1"/>
            <a:r>
              <a:t>• Holiday mapping (Diwali, Holi)</a:t>
            </a:r>
          </a:p>
          <a:p>
            <a:pPr lvl="1"/>
            <a:r>
              <a:t>• Ranges (last 7 days, Diwali week)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Example Queries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Common Queries:</a:t>
            </a:r>
          </a:p>
          <a:p>
            <a:pPr lvl="1"/>
            <a:r>
              <a:t>• Show SCADA summary for Diwali.</a:t>
            </a:r>
          </a:p>
          <a:p>
            <a:pPr lvl="1"/>
            <a:r>
              <a:t>• Compare demand between Children's Day and the day before.</a:t>
            </a:r>
          </a:p>
          <a:p>
            <a:pPr lvl="1"/>
            <a:r>
              <a:t>• Detect anomalies for last 7 days.</a:t>
            </a:r>
          </a:p>
          <a:p>
            <a:pPr lvl="1"/>
            <a:r>
              <a:t>• Region-wise breakdown on Holi.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Output Summary Example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Example Format:</a:t>
            </a:r>
          </a:p>
          <a:p>
            <a:pPr lvl="1"/>
            <a:r>
              <a:t>Peak Demand: 5220.45 MW</a:t>
            </a:r>
          </a:p>
          <a:p>
            <a:pPr lvl="1"/>
            <a:r>
              <a:t>Avg Frequency: 49.93 Hz</a:t>
            </a:r>
          </a:p>
          <a:p>
            <a:pPr lvl="1"/>
            <a:r>
              <a:t>Renewable Share: 22.4%</a:t>
            </a:r>
          </a:p>
          <a:p>
            <a:pPr lvl="1"/>
            <a:r>
              <a:t>Thermal Generation: 13422.8 MW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Future Enhancements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t>Planned Features:</a:t>
            </a:r>
          </a:p>
          <a:p>
            <a:pPr lvl="1"/>
            <a:r>
              <a:t>• Streamlit dashboard integration</a:t>
            </a:r>
          </a:p>
          <a:p>
            <a:pPr lvl="1"/>
            <a:r>
              <a:t>• LSTM-based SCADA forecasting</a:t>
            </a:r>
          </a:p>
          <a:p>
            <a:pPr lvl="1"/>
            <a:r>
              <a:t>• Voice-enabled analytics</a:t>
            </a:r>
          </a:p>
          <a:p>
            <a:pPr lvl="1"/>
            <a:r>
              <a:t>• Automated reporting engine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